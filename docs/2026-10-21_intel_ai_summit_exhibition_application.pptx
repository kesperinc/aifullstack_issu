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9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1C5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4114800" cy="3657600"/>
          </a:xfrm>
          <a:prstGeom prst="rect">
            <a:avLst/>
          </a:prstGeom>
          <a:solidFill>
            <a:srgbClr val="008CEB"/>
          </a:solidFill>
          <a:ln w="38100">
            <a:solidFill>
              <a:srgbClr val="00C7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400" b="1" i="1">
                <a:solidFill>
                  <a:srgbClr val="001E50"/>
                </a:solidFill>
              </a:defRPr>
            </a:pPr>
            <a:br/>
            <a:r>
              <a:t>Application</a:t>
            </a:r>
            <a:br/>
            <a:r>
              <a:t>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 i="1">
                <a:solidFill>
                  <a:srgbClr val="001E50"/>
                </a:solidFill>
              </a:defRPr>
            </a:pPr>
            <a:r>
              <a:t>Exhibition</a:t>
            </a:r>
            <a:br/>
            <a:r>
              <a:t>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intel                                                                                                                                           Intel Confidential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1C5"/>
                </a:solidFill>
              </a:defRPr>
            </a:pPr>
            <a:r>
              <a:t>EXHIBITION APPLICATION</a:t>
            </a:r>
          </a:p>
          <a:p>
            <a:pPr>
              <a:defRPr sz="2800" b="1">
                <a:solidFill>
                  <a:srgbClr val="000000"/>
                </a:solidFill>
              </a:defRPr>
            </a:pPr>
            <a:r>
              <a:t>전시신청서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57200"/>
            <a:ext cx="2103120" cy="50292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제출 마감  2026. 10. 6 (화)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아래 내용을 기재하신 후 10월 6일(화)까지 운영 사무국에 제출해 주세요.</a:t>
            </a:r>
            <a:br/>
            <a:r>
              <a:t>운영사무국 (주)ITBT 이정민 부장  rachel@itbt.co.kr  010-3566-6814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789920" cy="419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전시사 공식 회사명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</a:defRPr>
                      </a:pPr>
                      <a:r>
                        <a:t>국문 : 메가존클라우드(주)          영문 : MegazoneCloud Corporation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전시부스 타입 선택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47A1"/>
                          </a:solidFill>
                        </a:defRPr>
                      </a:pPr>
                      <a:r>
                        <a:t>■ Gold Type A [ V ]        □ Gold Type B [   ]        □ Silver Type A [   ]        □ Silver Type B [   ]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전시 담당자 정보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공식 회사명 : 메가존클라우드(주)          담당자 이름 : 김성호              핸드폰 : 010-XXXX-XXXX</a:t>
                      </a:r>
                    </a:p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부서명 : ISSU                                    직함 : 상무/부서장                 이메일 : sunkim317@mz.co.kr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전시솔루션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1C5"/>
                          </a:solidFill>
                        </a:defRPr>
                      </a:pPr>
                      <a:r>
                        <a:t>• 솔루션명: Articul8 Enterprise GenAI Platform &amp; MegazoneCloud AI Full Stack on OpenShift</a:t>
                      </a:r>
                    </a:p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endParaRPr/>
                    </a:p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• 간단한 소개:</a:t>
                      </a:r>
                    </a:p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인텔 제온(Xeon) 및 가우디(Gaudi) 가속기와 Red Hat OpenShift AI(RHOAI)를 결합한 엔터프라이즈 전용 Full-Stack 생성형 AI 턴키 솔루션입니다. 엄격한 데이터 보안 및 컴플라이언스를 요구하는 고객사를 위해 100% 에어갭(Air-Gapped) 폐쇄망 환경에서 ModelMesh 멀티 모델 라우팅, Warp 지식그래프 기반 도메인 고정밀 RAG, 그리고 사내 보안 자율 코딩 에이전트(VibeForge)를 실시간 라이브 데모로 시연합니다.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intel                                                                                                                                           Intel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1C5"/>
                </a:solidFill>
              </a:defRPr>
            </a:pPr>
            <a:r>
              <a:t>EXHIBITION OPERATION</a:t>
            </a:r>
          </a:p>
          <a:p>
            <a:pPr>
              <a:defRPr sz="2800" b="1">
                <a:solidFill>
                  <a:srgbClr val="000000"/>
                </a:solidFill>
              </a:defRPr>
            </a:pPr>
            <a:r>
              <a:t>전시운영안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57200"/>
            <a:ext cx="2103120" cy="50292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제출 마감  2026. 10. 20 (화)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아래 내용을 기재하신 후 10월 20일(화)까지 운영 사무국에 제출해 주세요.</a:t>
            </a:r>
            <a:br/>
            <a:r>
              <a:t>운영사무국 (주)ITBT 이정민 부장  rachel@itbt.co.kr  010-3566-6814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041215"/>
              </p:ext>
            </p:extLst>
          </p:nvPr>
        </p:nvGraphicFramePr>
        <p:xfrm>
          <a:off x="731520" y="2011680"/>
          <a:ext cx="10789920" cy="446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회사명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b="0" dirty="0" err="1">
                          <a:solidFill>
                            <a:schemeClr val="tx1"/>
                          </a:solidFill>
                        </a:rPr>
                        <a:t>메가존클라우드</a:t>
                      </a:r>
                      <a:r>
                        <a:rPr b="0" dirty="0">
                          <a:solidFill>
                            <a:schemeClr val="tx1"/>
                          </a:solidFill>
                        </a:rPr>
                        <a:t>(주) (</a:t>
                      </a:r>
                      <a:r>
                        <a:rPr b="0" dirty="0" err="1">
                          <a:solidFill>
                            <a:schemeClr val="tx1"/>
                          </a:solidFill>
                        </a:rPr>
                        <a:t>MegazoneCloud</a:t>
                      </a:r>
                      <a:r>
                        <a:rPr b="0" dirty="0">
                          <a:solidFill>
                            <a:schemeClr val="tx1"/>
                          </a:solidFill>
                        </a:rPr>
                        <a:t> Corporation)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솔루션 및 전시 타이틀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47A1"/>
                          </a:solidFill>
                        </a:defRPr>
                      </a:pPr>
                      <a:r>
                        <a:rPr b="0"/>
                        <a:t>Intel &amp; Red Hat OpenShift 기반의 메가존클라우드 AI Full Stack &amp; Articul8 엔터프라이즈 GenAI 플랫폼</a:t>
                      </a:r>
                    </a:p>
                    <a:p>
                      <a:pPr>
                        <a:defRPr sz="1050">
                          <a:solidFill>
                            <a:srgbClr val="3C3C3C"/>
                          </a:solidFill>
                        </a:defRPr>
                      </a:pPr>
                      <a:r>
                        <a:rPr b="0"/>
                        <a:t>(부제: 개방형 4-Layer 인프라부터 고객사 검증 폐쇄망 GenAI까지 — 엔터프라이즈 AI 턴키 솔루션)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데모 및 솔루션 개요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b="0" dirty="0"/>
                        <a:t>1. [</a:t>
                      </a:r>
                      <a:r>
                        <a:rPr b="0" dirty="0" err="1"/>
                        <a:t>발표</a:t>
                      </a:r>
                      <a:r>
                        <a:rPr b="0" dirty="0"/>
                        <a:t> &amp; </a:t>
                      </a:r>
                      <a:r>
                        <a:rPr b="0" dirty="0" err="1"/>
                        <a:t>시연</a:t>
                      </a:r>
                      <a:r>
                        <a:rPr b="0" dirty="0"/>
                        <a:t>] Articul8 </a:t>
                      </a:r>
                      <a:r>
                        <a:rPr b="0" dirty="0" err="1"/>
                        <a:t>엔터프라이즈</a:t>
                      </a:r>
                      <a:r>
                        <a:rPr b="0" dirty="0"/>
                        <a:t> GenAI </a:t>
                      </a:r>
                      <a:r>
                        <a:rPr b="0" dirty="0" err="1"/>
                        <a:t>플랫폼</a:t>
                      </a:r>
                      <a:r>
                        <a:rPr b="0" dirty="0"/>
                        <a:t> (</a:t>
                      </a:r>
                      <a:r>
                        <a:rPr b="0" dirty="0" err="1"/>
                        <a:t>고객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사례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중심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라이브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데모</a:t>
                      </a:r>
                      <a:r>
                        <a:rPr b="0" dirty="0"/>
                        <a:t>)</a:t>
                      </a:r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   • </a:t>
                      </a:r>
                      <a:r>
                        <a:rPr b="0" dirty="0" err="1"/>
                        <a:t>HD현대</a:t>
                      </a:r>
                      <a:r>
                        <a:rPr b="0" dirty="0"/>
                        <a:t>/</a:t>
                      </a:r>
                      <a:r>
                        <a:rPr b="0" dirty="0" err="1"/>
                        <a:t>제조</a:t>
                      </a:r>
                      <a:r>
                        <a:rPr b="0" dirty="0"/>
                        <a:t>/</a:t>
                      </a:r>
                      <a:r>
                        <a:rPr b="0" dirty="0" err="1"/>
                        <a:t>금융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구축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사례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기반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사내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도면·기술문서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지식그래프</a:t>
                      </a:r>
                      <a:r>
                        <a:rPr b="0" dirty="0"/>
                        <a:t>(Knowledge Graph) RAG </a:t>
                      </a:r>
                      <a:r>
                        <a:rPr b="0" dirty="0" err="1"/>
                        <a:t>시연</a:t>
                      </a:r>
                      <a:r>
                        <a:rPr b="0" dirty="0"/>
                        <a:t> (</a:t>
                      </a:r>
                      <a:r>
                        <a:rPr b="0" dirty="0" err="1"/>
                        <a:t>환각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제로화</a:t>
                      </a:r>
                      <a:r>
                        <a:rPr b="0" dirty="0"/>
                        <a:t>)</a:t>
                      </a:r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   • Intel </a:t>
                      </a:r>
                      <a:r>
                        <a:rPr b="0" dirty="0" err="1"/>
                        <a:t>하드웨어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최적화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ModelMesh</a:t>
                      </a:r>
                      <a:r>
                        <a:rPr b="0" dirty="0"/>
                        <a:t>™ </a:t>
                      </a:r>
                      <a:r>
                        <a:rPr b="0" dirty="0" err="1"/>
                        <a:t>지능형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멀티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모델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실시간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라우팅</a:t>
                      </a:r>
                      <a:r>
                        <a:rPr b="0" dirty="0"/>
                        <a:t> 및 100% </a:t>
                      </a:r>
                      <a:r>
                        <a:rPr b="0" dirty="0" err="1"/>
                        <a:t>에어갭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폐쇄망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자립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시연</a:t>
                      </a:r>
                      <a:endParaRPr b="0" dirty="0"/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2. [</a:t>
                      </a:r>
                      <a:r>
                        <a:rPr b="0" dirty="0" err="1"/>
                        <a:t>부스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전시</a:t>
                      </a:r>
                      <a:r>
                        <a:rPr b="0" dirty="0"/>
                        <a:t> &amp; </a:t>
                      </a:r>
                      <a:r>
                        <a:rPr b="0" dirty="0" err="1"/>
                        <a:t>키오스크</a:t>
                      </a:r>
                      <a:r>
                        <a:rPr b="0" dirty="0"/>
                        <a:t>] </a:t>
                      </a:r>
                      <a:r>
                        <a:rPr b="0" dirty="0" err="1"/>
                        <a:t>MegazoneCloud</a:t>
                      </a:r>
                      <a:r>
                        <a:rPr b="0" dirty="0"/>
                        <a:t> AI Full Stack on Red Hat OpenShift</a:t>
                      </a:r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   • </a:t>
                      </a:r>
                      <a:r>
                        <a:rPr b="0" dirty="0" err="1"/>
                        <a:t>단일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노드</a:t>
                      </a:r>
                      <a:r>
                        <a:rPr b="0" dirty="0"/>
                        <a:t>(SNO) </a:t>
                      </a:r>
                      <a:r>
                        <a:rPr b="0" dirty="0" err="1"/>
                        <a:t>기반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인프라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비용</a:t>
                      </a:r>
                      <a:r>
                        <a:rPr b="0" dirty="0"/>
                        <a:t> 60% </a:t>
                      </a:r>
                      <a:r>
                        <a:rPr b="0" dirty="0" err="1"/>
                        <a:t>절감</a:t>
                      </a:r>
                      <a:r>
                        <a:rPr b="0" dirty="0"/>
                        <a:t> &amp; </a:t>
                      </a:r>
                      <a:r>
                        <a:rPr b="0" dirty="0" err="1"/>
                        <a:t>vLLM</a:t>
                      </a:r>
                      <a:r>
                        <a:rPr b="0" dirty="0"/>
                        <a:t>/</a:t>
                      </a:r>
                      <a:r>
                        <a:rPr b="0" dirty="0" err="1"/>
                        <a:t>KServe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초고속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모델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서빙</a:t>
                      </a:r>
                      <a:endParaRPr b="0" dirty="0"/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   • </a:t>
                      </a:r>
                      <a:r>
                        <a:rPr b="0" dirty="0" err="1"/>
                        <a:t>사내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소스코드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유출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없는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폐쇄망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자율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코딩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에이전트</a:t>
                      </a:r>
                      <a:r>
                        <a:rPr b="0" dirty="0"/>
                        <a:t>(</a:t>
                      </a:r>
                      <a:r>
                        <a:rPr b="0" dirty="0" err="1"/>
                        <a:t>VibeForge</a:t>
                      </a:r>
                      <a:r>
                        <a:rPr b="0" dirty="0"/>
                        <a:t>) 및 </a:t>
                      </a:r>
                      <a:r>
                        <a:rPr b="0" dirty="0" err="1"/>
                        <a:t>온프레미스</a:t>
                      </a:r>
                      <a:r>
                        <a:rPr b="0" dirty="0"/>
                        <a:t>-AWS ROSA </a:t>
                      </a:r>
                      <a:r>
                        <a:rPr b="0" dirty="0" err="1"/>
                        <a:t>하이브리드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확장</a:t>
                      </a:r>
                      <a:endParaRPr b="0" dirty="0"/>
                    </a:p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b="0" dirty="0"/>
                        <a:t>3. [</a:t>
                      </a:r>
                      <a:r>
                        <a:rPr b="0" dirty="0" err="1"/>
                        <a:t>부스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디스플레이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상영</a:t>
                      </a:r>
                      <a:r>
                        <a:rPr b="0" dirty="0"/>
                        <a:t>] </a:t>
                      </a:r>
                      <a:r>
                        <a:rPr b="0" dirty="0" err="1"/>
                        <a:t>키오스크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모드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자동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반복</a:t>
                      </a:r>
                      <a:r>
                        <a:rPr b="0" dirty="0"/>
                        <a:t>(Auto-loop) HTML </a:t>
                      </a:r>
                      <a:r>
                        <a:rPr b="0" dirty="0" err="1"/>
                        <a:t>프레젠테이션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상시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게시</a:t>
                      </a:r>
                      <a:endParaRPr b="0" dirty="0"/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  <a:p>
                      <a:r>
                        <a:t>(설문, 상담, 기타)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이벤트</a:t>
                      </a:r>
                      <a:r>
                        <a:rPr b="0" dirty="0"/>
                        <a:t> 1 [</a:t>
                      </a:r>
                      <a:r>
                        <a:rPr b="0" dirty="0" err="1"/>
                        <a:t>부스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방문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설문</a:t>
                      </a:r>
                      <a:r>
                        <a:rPr b="0" dirty="0"/>
                        <a:t>]: </a:t>
                      </a:r>
                      <a:r>
                        <a:rPr b="0" dirty="0" err="1"/>
                        <a:t>부스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비치</a:t>
                      </a:r>
                      <a:r>
                        <a:rPr b="0" dirty="0"/>
                        <a:t> QR </a:t>
                      </a:r>
                      <a:r>
                        <a:rPr b="0" dirty="0" err="1"/>
                        <a:t>코드로</a:t>
                      </a:r>
                      <a:r>
                        <a:rPr b="0" dirty="0"/>
                        <a:t> '</a:t>
                      </a:r>
                      <a:r>
                        <a:rPr b="0" dirty="0" err="1"/>
                        <a:t>사내</a:t>
                      </a:r>
                      <a:r>
                        <a:rPr b="0" dirty="0"/>
                        <a:t> AI </a:t>
                      </a:r>
                      <a:r>
                        <a:rPr b="0" dirty="0" err="1"/>
                        <a:t>도입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현황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설문</a:t>
                      </a:r>
                      <a:r>
                        <a:rPr b="0" dirty="0"/>
                        <a:t>' </a:t>
                      </a:r>
                      <a:r>
                        <a:rPr b="0" dirty="0" err="1"/>
                        <a:t>참여</a:t>
                      </a:r>
                      <a:r>
                        <a:rPr b="0" dirty="0"/>
                        <a:t> 시 </a:t>
                      </a:r>
                      <a:r>
                        <a:rPr b="0" dirty="0" err="1"/>
                        <a:t>기념품</a:t>
                      </a:r>
                      <a:r>
                        <a:rPr b="0" dirty="0"/>
                        <a:t> 100% </a:t>
                      </a:r>
                      <a:r>
                        <a:rPr b="0" dirty="0" err="1"/>
                        <a:t>증정</a:t>
                      </a:r>
                      <a:endParaRPr b="0" dirty="0"/>
                    </a:p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이벤트</a:t>
                      </a:r>
                      <a:r>
                        <a:rPr b="0" dirty="0"/>
                        <a:t> 2 [1:1 </a:t>
                      </a:r>
                      <a:r>
                        <a:rPr b="0" dirty="0" err="1"/>
                        <a:t>기술상담</a:t>
                      </a:r>
                      <a:r>
                        <a:rPr b="0" dirty="0"/>
                        <a:t>]: </a:t>
                      </a:r>
                      <a:r>
                        <a:rPr b="0" dirty="0" err="1"/>
                        <a:t>폐쇄망</a:t>
                      </a:r>
                      <a:r>
                        <a:rPr b="0" dirty="0"/>
                        <a:t> AI 및 RHOAI </a:t>
                      </a:r>
                      <a:r>
                        <a:rPr b="0" dirty="0" err="1"/>
                        <a:t>도입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검토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기업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대상</a:t>
                      </a:r>
                      <a:r>
                        <a:rPr b="0" dirty="0"/>
                        <a:t> 1:1 </a:t>
                      </a:r>
                      <a:r>
                        <a:rPr b="0" dirty="0" err="1"/>
                        <a:t>상담</a:t>
                      </a:r>
                      <a:r>
                        <a:rPr b="0" dirty="0"/>
                        <a:t> 및 '</a:t>
                      </a:r>
                      <a:r>
                        <a:rPr b="0" dirty="0" err="1"/>
                        <a:t>무료</a:t>
                      </a:r>
                      <a:r>
                        <a:rPr b="0" dirty="0"/>
                        <a:t> AI </a:t>
                      </a:r>
                      <a:r>
                        <a:rPr b="0" dirty="0" err="1"/>
                        <a:t>인프라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사이징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리포트</a:t>
                      </a:r>
                      <a:r>
                        <a:rPr b="0" dirty="0"/>
                        <a:t>' </a:t>
                      </a:r>
                      <a:r>
                        <a:rPr b="0" dirty="0" err="1"/>
                        <a:t>제공</a:t>
                      </a:r>
                      <a:endParaRPr b="0" dirty="0"/>
                    </a:p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이벤트</a:t>
                      </a:r>
                      <a:r>
                        <a:rPr b="0" dirty="0"/>
                        <a:t> 3 [</a:t>
                      </a:r>
                      <a:r>
                        <a:rPr b="0" dirty="0" err="1"/>
                        <a:t>정기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미니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브리핑</a:t>
                      </a:r>
                      <a:r>
                        <a:rPr b="0" dirty="0"/>
                        <a:t>]: </a:t>
                      </a:r>
                      <a:r>
                        <a:rPr b="0" dirty="0" err="1"/>
                        <a:t>부스</a:t>
                      </a:r>
                      <a:r>
                        <a:rPr b="0" dirty="0"/>
                        <a:t> 앞 5분 </a:t>
                      </a:r>
                      <a:r>
                        <a:rPr b="0" dirty="0" err="1"/>
                        <a:t>미니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세션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진행</a:t>
                      </a:r>
                      <a:r>
                        <a:rPr b="0" dirty="0"/>
                        <a:t> 후 </a:t>
                      </a:r>
                      <a:r>
                        <a:rPr b="0" dirty="0" err="1"/>
                        <a:t>명함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추첨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럭키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드로우</a:t>
                      </a:r>
                      <a:endParaRPr b="0" dirty="0"/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기념품 종류 및 수량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메인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기념품</a:t>
                      </a:r>
                      <a:r>
                        <a:rPr b="0" dirty="0"/>
                        <a:t>: </a:t>
                      </a:r>
                      <a:r>
                        <a:rPr b="0" dirty="0" err="1"/>
                        <a:t>메가존클라우드</a:t>
                      </a:r>
                      <a:r>
                        <a:rPr b="0" dirty="0"/>
                        <a:t> &amp; Intel </a:t>
                      </a:r>
                      <a:r>
                        <a:rPr b="0" dirty="0" err="1"/>
                        <a:t>로고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각인</a:t>
                      </a:r>
                      <a:r>
                        <a:rPr b="0" dirty="0"/>
                        <a:t> 3in1 </a:t>
                      </a:r>
                      <a:r>
                        <a:rPr b="0" dirty="0" err="1"/>
                        <a:t>맥세이프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고속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무선충전기</a:t>
                      </a:r>
                      <a:r>
                        <a:rPr b="0" dirty="0"/>
                        <a:t> (</a:t>
                      </a:r>
                      <a:r>
                        <a:rPr b="0" dirty="0" err="1"/>
                        <a:t>또는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고속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보조배터리</a:t>
                      </a:r>
                      <a:r>
                        <a:rPr b="0" dirty="0"/>
                        <a:t>) 500개</a:t>
                      </a:r>
                    </a:p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상담</a:t>
                      </a:r>
                      <a:r>
                        <a:rPr b="0" dirty="0"/>
                        <a:t>/PoC </a:t>
                      </a:r>
                      <a:r>
                        <a:rPr b="0" dirty="0" err="1"/>
                        <a:t>신청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고객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특별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선물</a:t>
                      </a:r>
                      <a:r>
                        <a:rPr b="0" dirty="0"/>
                        <a:t>: 100W </a:t>
                      </a:r>
                      <a:r>
                        <a:rPr b="0" dirty="0" err="1"/>
                        <a:t>GaN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초고속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멀티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충전기</a:t>
                      </a:r>
                      <a:r>
                        <a:rPr b="0" dirty="0"/>
                        <a:t> 50개</a:t>
                      </a:r>
                    </a:p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rPr b="0" dirty="0"/>
                        <a:t>• </a:t>
                      </a:r>
                      <a:r>
                        <a:rPr b="0" dirty="0" err="1"/>
                        <a:t>기본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판촉물</a:t>
                      </a:r>
                      <a:r>
                        <a:rPr b="0" dirty="0"/>
                        <a:t>: </a:t>
                      </a:r>
                      <a:r>
                        <a:rPr b="0" dirty="0" err="1"/>
                        <a:t>브랜드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고급</a:t>
                      </a:r>
                      <a:r>
                        <a:rPr b="0" dirty="0"/>
                        <a:t> </a:t>
                      </a:r>
                      <a:r>
                        <a:rPr b="0" dirty="0" err="1"/>
                        <a:t>볼펜</a:t>
                      </a:r>
                      <a:r>
                        <a:rPr b="0" dirty="0"/>
                        <a:t> 및 </a:t>
                      </a:r>
                      <a:r>
                        <a:rPr b="0" dirty="0" err="1"/>
                        <a:t>스티커팩</a:t>
                      </a:r>
                      <a:r>
                        <a:rPr b="0" dirty="0"/>
                        <a:t> 500세트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intel                                                                                                                                           Intel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1C5"/>
                </a:solidFill>
              </a:defRPr>
            </a:pPr>
            <a:r>
              <a:t>SESSION CHECKLIST</a:t>
            </a:r>
          </a:p>
          <a:p>
            <a:pPr>
              <a:defRPr sz="2800" b="1">
                <a:solidFill>
                  <a:srgbClr val="000000"/>
                </a:solidFill>
              </a:defRPr>
            </a:pPr>
            <a:r>
              <a:t>후원사 패스 신청서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57200"/>
            <a:ext cx="2103120" cy="50292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제출 마감  2026. 10. 20 (화)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645920" cy="365760"/>
          </a:xfrm>
          <a:prstGeom prst="roundRect">
            <a:avLst/>
          </a:prstGeom>
          <a:solidFill>
            <a:srgbClr val="0071C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Platinum 10ea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280160"/>
            <a:ext cx="1645920" cy="365760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★ Gold 5ea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1645920" cy="365760"/>
          </a:xfrm>
          <a:prstGeom prst="round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Silver 5ea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1645920" cy="365760"/>
          </a:xfrm>
          <a:prstGeom prst="roundRect">
            <a:avLst/>
          </a:prstGeom>
          <a:solidFill>
            <a:srgbClr val="FACC1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Start-ups 2ea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789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회사명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직책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이메일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핸드폰</a:t>
                      </a:r>
                    </a:p>
                  </a:txBody>
                  <a:tcPr>
                    <a:solidFill>
                      <a:srgbClr val="007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메가존클라우드(주)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조은정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Leader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ejcho@mz.co.kr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[발표 세션 연사]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메가존클라우드(주)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김성호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상무/부서장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sunkim317@mz.co.kr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[부스 총괄/상담]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메가존클라우드(주)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[변경 예정 / TBD]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수석/아키텍트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[조율 중]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[데모 엔지니어]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메가존클라우드(주)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[변경 예정 / TBD]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책임/컨설턴트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[조율 중]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[프리세일즈]</a:t>
                      </a:r>
                    </a:p>
                  </a:txBody>
                  <a:tcPr>
                    <a:solidFill>
                      <a:srgbClr val="E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메가존클라우드(주)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어형선 (or 박종서)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매니저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janice@mz.co.kr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[부스 운영/설문]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64646"/>
                </a:solidFill>
              </a:defRPr>
            </a:pPr>
            <a:r>
              <a:t>** 부스 운영자를 포함한 후원사 참석자 리스트를 전달해 주세요. (후원사 패스는 점심 식사 쿠폰이 제공 됩니다.)</a:t>
            </a:r>
            <a:br/>
            <a:r>
              <a:t>** 3번, 4번 참석자는 내부 일정 조율 중으로 [변경 예정(TBD)] 상태이며, 네임택 실물 인쇄 전 최종 업데이트 예정입니다.</a:t>
            </a:r>
            <a:br/>
            <a:r>
              <a:t>** 부스 운영자께서는 상시 1명 이상 상주 부탁드립니다.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intel                                                                                                                                           Intel Confidential  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797</Words>
  <Application>Microsoft Office PowerPoint</Application>
  <PresentationFormat>와이드스크린</PresentationFormat>
  <Paragraphs>97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Sungho Kim</cp:lastModifiedBy>
  <cp:revision>2</cp:revision>
  <dcterms:created xsi:type="dcterms:W3CDTF">2013-01-27T09:14:16Z</dcterms:created>
  <dcterms:modified xsi:type="dcterms:W3CDTF">2026-10-21T01:53:32Z</dcterms:modified>
  <cp:category/>
</cp:coreProperties>
</file>