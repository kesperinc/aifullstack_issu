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프로세스 인텔리전스 &amp; 조립 추론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Process Intelligence &amp; Assembly Reasoning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항공우주 (Aerospace)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MRO 프로세스 인텔리전스: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항공우주 MRO의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조립·수리·재설치 순서는 100% 정확성과
     감사 준비 요구
•  규제 요건 준수 필수, 오차 허용 안 됨
•  일반 모델은 항공우주 등급 정확도로
     기술 지침·도면 해석 불가
•  연간 $120B+ 규모 글로벌 MRO 시장에서
     반복 오류 발생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데이터 인식 에이전트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PDF·스캔 매뉴얼·이미지·지침 등 다양한 모달 데이터 자율 수집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도메인별 에이전트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부품·공급업체 절차 연결 · 순서·경고·사양 검색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추적성 보증 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원본 문서·수정 내역과 연결된 감사 가능한 증빙 자료 생성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다중 모달 데이터 해석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92% 해석 정확도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완벽한 증빙 자료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4 — MRO 프로세스 인텔리전스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$120B+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전 세계 항공우주 MRO 시장 규모 (연간)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100%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조립·수리·재설치에 요구되는 정확도 기준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92%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복잡한 항공우주 공급망에서 A8이 달성한 해석 정확도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데이터 인식 에이전트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Data-Aware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PDF·스캔 매뉴얼·이미지·지침 등 다양한 모달 데이터를 자율 수집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도메인별 에이전트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Domain-Specific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도구·구성 요소를 식별하고 절차·순서·경고·사양을 연결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추적성 보증 에이전트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Traceability Assurance Agent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원본 문서·수정 내역과 연결된 감사 가능한 증빙 자료 생성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조립 및 데이터 관계 추론 흐름  —  다중 모드 이해 · 근본 원인 추론 경로 · 규정 준수 및 추적성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도메인별 에이전트가 다중 모드 항공우주 데이터를 해석해 92%의 정확도 달성
•  모든 단계가 원본 문서·수정 내역·공급업체 지침과 연결된 완벽한 증빙 자료 출력
•  여러 공급업체의 절차와 사양을 하나의 추론 흐름으로 통합
•  클라우드·온프레미스·에어갭 환경에 대한 유연한 배포 옵션 제공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4 — MRO 프로세스 인텔리전스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운영 효율성 — 오류 감소를 통한 서비스 복귀 시간 단축
•  규제 및 품질 보증 — 반복 가능하고 감사 가능한 프로세스로 규제·고객 요구 충족
•  인력 역량 강화 — 기술자 온보딩 시간 단축 및 조직 내 지식 보존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데이터 인식 에이전트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Data-Aware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PDF·스캔 매뉴얼·이미지·지침 등 다양한 모달 데이터를 자율적으로 수집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PDF·스캔 매뉴얼·이미지·지침 자동 수집
•  부품 식별자·수리 조치·허용 오차 해석
•  이기종 문서 포맷을 분석 가능한 데이터로 통합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구조화된 부품·절차 데이터를 도메인 에이전트로 전달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도메인별 에이전트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Domain-Specific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도구와 구성 요소를 식별하고 조립·수리 단계를 순서대로 연결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도구·구성 요소 식별 및 단계 연결
•  여러 공급업체의 절차를 연결해 순서·경고·사양 검색
•  알려진 위반 사항에 조치를 연결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검증된 조립·수리 절차와 근본 원인 경로 제공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추적성 보증 에이전트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Traceability Assurance Agent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모든 처리 단계를 원본 문서·수정 내역과 연결해 감사 가능한 증빙 자료 생성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원본 문서·수정 내역·공급업체 지침 연결
•  단계별 근거와 출처를 투명하게 기록
•  클라우드·온프레미스·에어갭 환경에 대응하는 유연한 배포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완벽한 증빙 자료와 감사 추적 가능한 의사결정 로그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4 — MRO 프로세스 인텔리전스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및 데이터 관계 이해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모드 이해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문서·여러 공급업체의 지침, 이미지, 과거 이력을 통합적으로 해석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 추론 경로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작업 순서와 함께 추론 및 근본 원인 경로를 함께 제시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 준수 및 추적성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경계 내에서 대규모로 준수성, 추적성, 감사 가능성, 반복 가능성을 확보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4 — MRO 프로세스 인텔리전스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image-5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834" y="1554480"/>
            <a:ext cx="38284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항공우주 등급의 정확도로 정비 지식을 조직 전체에 전파합니다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