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자율적 디지털트윈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Digital Twin (Electrical + Mechanical + Network)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제조업 (Manufacturing)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자율적 디지털트윈: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제조 현장의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전기·기계·네트워크 장비가 뒤섞인 이기종 생태계
•  다양한 벤더 장비 간 연동으로 전체 가시성 부족
•  고장 시 연동 장치 · 신호 경로 · 부하 흐름을
     전수 분석해야 원인 파악 가능
•  수작업 분석은 시간이 오래 걸리고
     통합된 뷰를 제공하지 못함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도메인별 비전 에이전트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전기·기계·엔지니어링 도면에서 시각 정보 추출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네트워크 토폴로지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구성 · 라우팅 · 인터페이스 · 장치 지문 분석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도메인별 진단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아키텍처 매핑 · 이상 구성 식별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멀티도메인 도면 인식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네트워크 토폴로지 분석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통합 디지털 트윈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2 — 자율적 디지털트윈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가시성 ↑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이기종 장비 전반의 단일 뷰 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시간 ↓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수작업 대비 원인 분석 시간 단축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리스크 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오구성 · 과부하 사전 식별로 리스크 감소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도메인별 비전 에이전트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Domain-Specific Vision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전기·기계·엔지니어링 도면에서 시각 기술 정보를 자동 추출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네트워크 토폴로지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Network Topology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구성·라우팅·인터페이스·장치 지문 분석으로 연결 구조 파악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도메인별 진단 에이전트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Domain-Specific Diagnostic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아키텍처 매핑과 이상 구성 식별로 디지털 트윈 완성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단선결선도(SLD) 분석 대시보드  —  구성 요소 자동 인식 · 디지털 트윈 생성 · 이상 구성 식별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멀티도메인 시각 인식 — 전기·기계·네트워크 도면을 하나의 파이프라인에서 처리
•  네트워크 토폴로지 분석으로 연동 장치·신호 경로까지 정밀 매핑
•  통합 디지털 트윈으로 이기종 장비를 단일 뷰에서 관리
•  클라우드·온프레미스·에어갭 유연한 배포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2 — 자율적 디지털트윈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운영 가시성 — 전기·기계·네트워크 전반을 하나의 디지털 트윈으로 통합 관리
•  장애 대응력 — 오구성·과부하 구간을 사전 식별해 다운타임 예방
•  엔지니어링 생산성 — 수작업 도면 분석을 자동화해 진단 시간 절감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도메인별 비전 에이전트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Domain-Specific Vision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전기·기계·엔지니어링 도면을 처리해 시각적인 기술 정보를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전기·기계 도면 및 엔지니어링 문서 자동 인식
•  구성 요소·라벨·연결 관계 시각적 추출
•  이기종 도면 포맷을 분석 가능한 데이터로 변환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구조화된 시각 정보를 네트워크·진단 에이전트로 전달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네트워크 토폴로지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Network Topology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네트워크 구성과 연결 구조를 분석해 전체 토폴로지를 파악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구성 파일·라우팅 테이블 분석
•  인터페이스 맵과 MIB 정보 해석
•  장치 지문(fingerprint) 식별
•  전기·기계 데이터와 네트워크 구조 연계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검증된 네트워크 토폴로지 맵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도메인별 진단 에이전트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Domain-Specific Diagnostic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시각·네트워크 정보를 종합해 아키텍처를 매핑하고 이상을 진단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전기·기계·네트워크 데이터를 통합 디지털 트윈으로 매핑
•  잘못 구성된 노드·과부하 피더 식별
•  프로세스 병목·드라이브 오류 탐지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실행 가능한 이상 구성 진단과 통합 디지털 트윈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2 — 자율적 디지털트윈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SLD 분석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구성 요소 인식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단선결선도(SLD)에서 전기 구성 요소와 네트워크 계층을 자동으로 탐지하고 라벨링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트윈 생성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전기·기계·네트워크 데이터를 하나의 통합 디지털 트윈으로 매핑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구성 식별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 구성된 노드와 과부하 구간을 시각적으로 즉시 확인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2 — 자율적 디지털트윈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76" y="1554480"/>
            <a:ext cx="55705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이질적인 장비 생태계를 하나의 살아있는 디지털 트윈으로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639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2026-07-23T00:52:28Z</dcterms:modified>
</cp:coreProperties>
</file>