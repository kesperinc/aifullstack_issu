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데이터 분석 재정의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Network Data Analysis: Transforming Fractured Data into an Autonomous Reasoning Digital Twin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운영 (Network Operations)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네트워크 데이터 분석 재정의: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네트워크 데이터 분석의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구성·VLAN 테이블·IP 구성·토폴로지
     다이어그램 등 대규모 이기종 데이터 존재
•  분산된 소스를 일관된 의미 모델로
     통합하기 어려움
•  구조적 결함·잘못 연결된 노드·보안
     취약점을 대규모로 자율 감지 필요
•  수작업 처리 시 며칠이 걸리는
     문제 해결 작업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멀티모달 이해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네트워크 문서·VLAN 테이블·IP 구성·토폴로지를 단일 의미 모델로 통합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토폴로지 추론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논리적·물리적 관계 매핑, 연결 끊긴 영역과 접근 불가 서브넷 식별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도메인 추론 및 자율 인사이트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근본원인분석과 해결단계 포함한 VLAN 불일치 보고서 생성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엔지니어 수준 정밀도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자동화된 네트워크 합성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향상된 가시성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5 — 네트워크 데이터 분석 재정의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31개+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단일 의미 모델로 통합된 네트워크 장치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167개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매핑된 링크 연결 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몇 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며칠 걸리던 수동 문제 해결을 지능형 검색으로 단축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멀티모달 이해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Multimodal Understanding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다양한 네트워크 입력을 엔지니어 수준 정밀도로 단일 의미 모델로 통합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토폴로지 추론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Topology Reasoning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논리적·물리적 관계를 매핑해 연결 끊긴 영역과 다음 조사 단계 제안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도메인 추론 및 자율 인사이트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Domain Reasoning &amp; Autonomous Insights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VLAN 불일치 보고서와 근본원인분석을 자동 생성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네트워크 데이터 처리 및 토폴로지 분석 대시보드  —  다중모드 통합 · 토폴로지 추론 · 자율 인사이트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엔지니어 수준의 정밀한 의미 모델 구축
•  며칠 걸리던 문제 해결을 몇 분으로 단축하는 자동화된 네트워크 합성
•  클라우드·온프레미스·에어갭 등 유연한 배포
•  자동화된 인사이트로 복잡한 취약점에 대한 향상된 가시성 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5 — 네트워크 데이터 분석 재정의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운영 효율성 — 파편화된 데이터를 몇 분 만에 완전한 디지털 트윈으로 전환
•  보안 및 품질 보증 — 복잡한 취약점에 대한 자동화된 인사이트 제공
•  향상된 가시성 — 구조적 결함과 잘못된 구성을 자율적으로 감지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멀티모달 이해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Multimodal Understanding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네트워크 문서·VLAN 테이블·IP 구성·토폴로지 다이어그램 등 다양한 입력을 단일 의미 모델로 통합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다양한 입력 유형(설정 파일·스프레드시트·토폴로지 이미지) 인식
•  엔지니어 수준의 정밀도로 데이터 통합
•  31개 장치·91개 인터페이스·28개 VLAN·167개 링크를 몇 초 만에 처리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단일 의미 모델로 통합된 네트워크 데이터셋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토폴로지 추론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Topology Reasoning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논리적·물리적 관계를 매핑해 연결 끊긴 영역과 접근 불가 서브넷을 식별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네트워크 토폴로지의 논리적·물리적 관계 매핑
•  연결 끊긴 영역과 접근 불가 서브넷 식별
•  VLAN 탐색부터 보안정책 검토까지 다음 단계 제안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상황을 고려한 자율 조사 가이드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도메인 추론 및 자율 인사이트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Domain Reasoning &amp; Autonomous Insights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근본 원인 분석과 해결 단계를 포함한 VLAN 불일치 보고서를 자동 생성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논리적·물리적 관계 매핑 및 연결 끊긴 영역 감지
•  근본 원인 분석 수행
•  해결 단계가 포함된 VLAN 불일치 보고서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며칠 걸리던 수동 작업을 몇 분으로 단축하는 지능형 보고서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5 — 네트워크 데이터 분석 재정의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데이터 처리 및 토폴로지 분석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네트워크 처리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파일·VLAN 테이블·토폴로지 이미지를 자동으로 인식해 통합 네트워크 모델 생성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토폴로지 그래프 시각화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장치·인터페이스·VLAN·IP·라우트 간 연결 관계를 그래프로 시각화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분석 보고서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밀도·연결 구성요소·장애 영향도를 분석해 기술 권장사항 제시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5 — 네트워크 데이터 분석 재정의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slide2_dashbo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6" y="1554480"/>
            <a:ext cx="28849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파편화된 네트워크 데이터를 몇 분 만에 살아있는 추론형 디지털 트윈으로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