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마케팅 규정준수 및 청구 검증 심사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Marketing Compliance and Claim Verification Review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(Marketing)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AI 기반 마케팅 규정준수 및 청구 검증 심사: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마케팅 규정준수 검토의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PDF·스프레드시트·이미지·프레젠테이션·
     파트너 규정 등 다양한 형식의 환급
     서류 검증 필요
•  단순 추출을 넘어 재무 대조·시각적
     증거 검증·브랜드 규정 준수·경쟁사
     분석까지 수행
•  모호한 제출 자료에 대한 판단까지
     전 과정 수동 처리
•  서류 한 건당 약 20~25분 소요되는
     느린 검토 속도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멀티모달 청구 인텔리전스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PDF·스프레드시트·프레젠테이션·이미지를 통합 청구 보기로 통합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규정준수 워크플로 에이전트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재무 대조·시각적 규정준수·콘텐츠 검토·경쟁사 분석 전문 에이전트 통합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증거 기반 규정준수 의사결정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200개 이상 규칙 적용, 위험 표시와 검토자 권장사항 및 감사 추적 자동 생성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다중모달 청구 분석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200개+ 규칙 자동화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출처 기반 감사 추적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9 — AI 기반 마케팅 규정준수 및 청구 검증 심사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25→5분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서류 건당 검토 시간 단축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90%+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규정 위반 탐지 정확도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200개+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4개 파트너사에 자동화 적용된 규칙 수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멀티모달 청구 인텔리전스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Multimodal Claim Intelligence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PDF·스프레드시트·프레젠테이션·이미지 등 구조화된 파일을 통합 청구 보기로 취합해 완전한 사례로 평가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규정준수 워크플로 에이전트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AgentMesh Compliance Workflow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문서추출·재무대조·시각적 규정준수·콘텐츠 검토·경쟁사 분석을 담당하는 전문 에이전트 통합 관리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증거 기반 규정준수 의사결정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Evidence-Based Compliance Decisioning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200개 이상 규칙을 적용해 위험/문제점을 표시하고 검토자 권장사항과 감사 추적을 생성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컴플라이언스 분석 대시보드  —  규칙 추출 · 규정준수 평가 · 감사 이력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200개 이상의 규칙을 자동 적용해 위험/문제점을 표시하고 검토자 권장사항 제시
•  모든 결과가 출처 증거에 기반한 감사 가능한 추적 기록 생성
•  파트너·캠페인 유형·문서 구성에 따라 검증 로직을 자동 조정
•  서류 한 건당 검토 시간을 약 25분에서 약 5분으로 단축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9 — AI 기반 마케팅 규정준수 및 청구 검증 심사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운영 효율성 — 검토 시간을 25분에서 5분으로 단축해 인력 리소스 확보
•  정확성 향상 — 90% 이상의 탐지 정확도로 규정 위반 사전 차단
•  확장성 — 4개 파트너사에 걸쳐 200개 이상의 규칙을 자동화해 감사 추적 보장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멀티모달 청구 인텔리전스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Multimodal Claim Intelligence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PDF·스프레드시트·프레젠테이션·이미지 및 구조화된 파일을 하나의 통합된 청구 보기로 취합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텍스트·표·주요 필드·내장 개체 추출
•  여러 탭으로 구성된 스프레드시트 데이터까지 처리
•  각 청구 패키지를 개별 문서가 아닌 완전한 사례로 평가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통합된 청구 보기로 완전한 사례 평가 기반 마련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규정준수 워크플로 에이전트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AgentMesh Compliance Workflow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문서추출·재무대조·시각적 규정준수·콘텐츠 검토·경쟁사 분석을 위한 전문 에이전트를 통합 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파트너·캠페인 유형·문서 구성에 따라 검증 로직 자동 조정
•  재무 대조와 시각적 증거 검증 동시 수행
•  모든 결과를 출처 증거에 기반해 산출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파트너별로 조정된 검증 결과와 근거 자료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증거 기반 규정준수 의사결정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Evidence-Based Compliance Decisioning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200개 이상의 규칙을 적용해 위험/문제점을 표시하고 검토자 권장사항을 제공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위험/문제점 자동 표시
•  검토자 권장 사항 생성
•  출처 기반 감사 추적 기록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감사 가능한 규정준수 판단 결과와 권장 조치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9 — AI 기반 마케팅 규정준수 및 청구 검증 심사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분석 대시보드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추출 및 문서 관리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규정·템플릿 문서를 업로드해 규칙을 자동 추출하고 편집 가능한 룰셋으로 관리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규정준수 평가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캠페인·문서 유형별 활동을 선택해 규정준수 여부를 검토하고 상태를 추적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이력 및 분석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통과·실패·오류 건수를 집계해 감사 가능한 이력과 통계를 제공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9 — AI 기반 마케팅 규정준수 및 청구 검증 심사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dashboard_i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175" y="1554480"/>
            <a:ext cx="404979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패킷 단위 검토를 자율적인 출처 기반 감사로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