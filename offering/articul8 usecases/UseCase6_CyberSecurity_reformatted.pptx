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5" r:id="rId13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사이버보안 어시스턴트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Cybersecurity Assistant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사이버보안 (Cybersecurity)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GenAI 사이버보안 어시스턴트: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사이버보안 운영의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10억 건 이상의 과거 WAF 로그와
     1.5억 건 이상의 일일 기록 존재
•  SQL·정규식·규칙 기반 탐지로는
     진화하는 공격 대응 불가
•  일반 GenAI POC는 1억 건 이상으로
     확장 실패
•  실제 위협 패턴을 일반 트래픽
     노이즈에서 구분하기 어려움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사이버보안 특화 데이터 인식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10억 건 이상의 WAF 레코드와 1.5억 건 이상의 일일 로그 분석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상황 인식 위협 추론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정적 탐지로 놓친 특징·클러스터·숨겨진 위협 패턴 식별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대화형 사이버보안 어시스턴트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위협 탐색과 증거 이해를 돕는 대화형 지원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10억+ 레코드 실시간 분석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숨겨진 위협 패턴 식별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대화형 조사 지원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6 — GenAI 사이버보안 어시스턴트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10억+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분석 대상 과거 WAF 레코드 건수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1.5억+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일일 분석 로그 건수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수 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10억 건에서 관련 기록 단 1건으로 압축하는 시간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사이버보안 특화 데이터 인식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Domain-specific Data Perception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사이버보안 DSM으로 10억+ WAF 레코드와 1.5억+ 일일 로그를 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상황 인식 위협 추론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Context-aware Threat Reasoning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정적 방식으로 탐지 못한 특징·클러스터·숨겨진 위협 패턴 식별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대화형 사이버보안 어시스턴트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Interactive Cybersecurity Assistant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과거 트래픽·WAF 기록·보안 지식 기반을 결합해 명확한 인사이트 생성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위협 필터링 및 인사이트 대시보드  —  대규모 필터링 · 동적 GenAI 인사이트 · 대화형 조사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10억 개 이상의 기록 중 관련 기록 단 하나만 몇 초 만에 필터링
•  CISO 및 보안 전문가의 위협 탐색과 증거 이해를 지원
•  자동화된 요약·권장사항·대화형 채팅 UI로 조사 워크플로우 가속화
•  사이버보안 DSM으로 도메인 특화 데이터 인식 수행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6 — GenAI 사이버보안 어시스턴트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탐지 속도 — 10억 건 이상의 로그에서 관련 기록을 수 초 만에 압축
•  조사 생산성 — 자동 요약과 권장사항으로 분석가 의사결정 시간 단축
•  위협 대응력 — 정적 규칙으로 놓치던 진화하는 공격 패턴 식별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사이버보안 특화 데이터 인식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Domain-specific Data Perception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사이버보안 DSM을 활용해 대규모 WAF 트래픽을 분석 가능한 데이터로 인식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10억 건 이상의 WAF 레코드 분석
•  1.5억 건 이상의 일일 로그 처리
•  사이버보안 특화 데이터 모델(DSM) 적용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분석 가능한 형태로 구조화된 WAF 로그 데이터셋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상황 인식 위협 추론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Context-aware Threat Reasoning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정적 규칙 기반 방식으로 탐지할 수 없는 숨겨진 위협 패턴을 추론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정적 SQL·정규식·규칙 기반으로 놓친 특징 식별
•  트래픽 클러스터와 숨겨진 위협 패턴 탐지
•  10억 건 이상 기록 중 관련 기록을 초 단위로 필터링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몇 초 만에 압축된 관련성 높은 위협 레코드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대화형 사이버보안 어시스턴트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Interactive Cybersecurity Assistant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과거 트래픽 패턴과 보안 지식 기반을 결합해 대화형으로 인사이트 제공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CISO·보안 전문가의 위협 탐색 지원
•  자동화된 요약과 권장 사항 생성
•  대화형 채팅 UI로 조사 워크플로우 가속화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완화 조치가 포함된 대화형 조사 결과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6 — GenAI 사이버보안 어시스턴트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필터링 및 인사이트 화면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필터링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건 이상의 WAF 레코드에서 관련성 높은 단 하나의 기록까지 몇 초 만에 압축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GenAI 인사이트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중인 WAF 레코드 집합에 대한 요약과 권장 사항을 동적으로 생성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GenAI 필터링 UI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건 이상의 기록에서 단 1건으로 필터링하는 GenAI 기반 UI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6 — GenAI 사이버보안 어시스턴트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2357074"/>
            <a:ext cx="6094476" cy="2966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조사 화면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질문 기반 대화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제안된 질문을 통해 특정 레코드에 맞는 완화 조치를 신속히 좁혀나감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워크플로우 가속화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요약과 권장 사항으로 분석가의 의사결정 시간을 단축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레코드별 완화 조치 제안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레코드별 완화 조치를 제안하는 대화형 채팅 UI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6 — GenAI 사이버보안 어시스턴트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Picture 1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36" y="2372739"/>
            <a:ext cx="6094476" cy="2935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수십억 건의 보안 로그를 몇 초 만에 실행 가능한 인사이트로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