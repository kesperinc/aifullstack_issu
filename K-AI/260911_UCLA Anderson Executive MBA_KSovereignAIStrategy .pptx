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9926625" cy="6797675"/>
  <p:embeddedFontLst>
    <p:embeddedFont>
      <p:font typeface="Noto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7542">
          <p15:clr>
            <a:srgbClr val="C35EA4"/>
          </p15:clr>
        </p15:guide>
        <p15:guide id="2" pos="2434">
          <p15:clr>
            <a:srgbClr val="C35EA4"/>
          </p15:clr>
        </p15:guide>
        <p15:guide id="3" pos="3092">
          <p15:clr>
            <a:srgbClr val="C35EA4"/>
          </p15:clr>
        </p15:guide>
        <p15:guide id="4" pos="3749">
          <p15:clr>
            <a:srgbClr val="C35EA4"/>
          </p15:clr>
        </p15:guide>
        <p15:guide id="5" pos="5223">
          <p15:clr>
            <a:srgbClr val="C35EA4"/>
          </p15:clr>
        </p15:guide>
        <p15:guide id="6" pos="5904">
          <p15:clr>
            <a:srgbClr val="C35EA4"/>
          </p15:clr>
        </p15:guide>
        <p15:guide id="7" orient="horz" pos="1094">
          <p15:clr>
            <a:srgbClr val="A4A3A4"/>
          </p15:clr>
        </p15:guide>
        <p15:guide id="8" orient="horz" pos="216">
          <p15:clr>
            <a:srgbClr val="A4A3A4"/>
          </p15:clr>
        </p15:guide>
        <p15:guide id="9" orient="horz" pos="1638">
          <p15:clr>
            <a:srgbClr val="A4A3A4"/>
          </p15:clr>
        </p15:guide>
        <p15:guide id="10" pos="3296">
          <p15:clr>
            <a:srgbClr val="C35EA4"/>
          </p15:clr>
        </p15:guide>
        <p15:guide id="11" pos="2615">
          <p15:clr>
            <a:srgbClr val="C35EA4"/>
          </p15:clr>
        </p15:guide>
        <p15:guide id="12" pos="1958">
          <p15:clr>
            <a:srgbClr val="C35EA4"/>
          </p15:clr>
        </p15:guide>
        <p15:guide id="13" pos="4384">
          <p15:clr>
            <a:srgbClr val="C35EA4"/>
          </p15:clr>
        </p15:guide>
        <p15:guide id="14" pos="4566">
          <p15:clr>
            <a:srgbClr val="C35EA4"/>
          </p15:clr>
        </p15:guide>
        <p15:guide id="15" pos="5065">
          <p15:clr>
            <a:srgbClr val="C35EA4"/>
          </p15:clr>
        </p15:guide>
        <p15:guide id="16" pos="5700">
          <p15:clr>
            <a:srgbClr val="C35EA4"/>
          </p15:clr>
        </p15:guide>
        <p15:guide id="17" pos="6357">
          <p15:clr>
            <a:srgbClr val="C35EA4"/>
          </p15:clr>
        </p15:guide>
        <p15:guide id="18" pos="6539">
          <p15:clr>
            <a:srgbClr val="C35EA4"/>
          </p15:clr>
        </p15:guide>
        <p15:guide id="19" pos="7023">
          <p15:clr>
            <a:srgbClr val="C35EA4"/>
          </p15:clr>
        </p15:guide>
        <p15:guide id="20" orient="horz" pos="4089">
          <p15:clr>
            <a:srgbClr val="A4A3A4"/>
          </p15:clr>
        </p15:guide>
        <p15:guide id="21" orient="horz" pos="1820">
          <p15:clr>
            <a:srgbClr val="A4A3A4"/>
          </p15:clr>
        </p15:guide>
        <p15:guide id="22" orient="horz" pos="2341">
          <p15:clr>
            <a:srgbClr val="A4A3A4"/>
          </p15:clr>
        </p15:guide>
        <p15:guide id="23" pos="3908">
          <p15:clr>
            <a:srgbClr val="C35EA4"/>
          </p15:clr>
        </p15:guide>
        <p15:guide id="24" pos="1776">
          <p15:clr>
            <a:srgbClr val="C35EA4"/>
          </p15:clr>
        </p15:guide>
        <p15:guide id="25" pos="1300">
          <p15:clr>
            <a:srgbClr val="C35EA4"/>
          </p15:clr>
        </p15:guide>
        <p15:guide id="26" pos="1118">
          <p15:clr>
            <a:srgbClr val="C35EA4"/>
          </p15:clr>
        </p15:guide>
        <p15:guide id="27" pos="652">
          <p15:clr>
            <a:srgbClr val="C35EA4"/>
          </p15:clr>
        </p15:guide>
        <p15:guide id="28" pos="138">
          <p15:clr>
            <a:srgbClr val="C35EA4"/>
          </p15:clr>
        </p15:guide>
      </p15:sldGuideLst>
    </p:ext>
    <p:ext uri="GoogleSlidesCustomDataVersion2">
      <go:slidesCustomData xmlns:go="http://customooxmlschemas.google.com/" r:id="rId23" roundtripDataSignature="AMtx7mjGR++FPyy5ETXN7Fua6+5oXoiT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9DD8096-FB3E-4EEA-A039-B75DF4AC88C9}">
  <a:tblStyle styleId="{09DD8096-FB3E-4EEA-A039-B75DF4AC88C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542"/>
        <p:guide pos="2434"/>
        <p:guide pos="3092"/>
        <p:guide pos="3749"/>
        <p:guide pos="5223"/>
        <p:guide pos="5904"/>
        <p:guide pos="1094" orient="horz"/>
        <p:guide pos="216" orient="horz"/>
        <p:guide pos="1638" orient="horz"/>
        <p:guide pos="3296"/>
        <p:guide pos="2615"/>
        <p:guide pos="1958"/>
        <p:guide pos="4384"/>
        <p:guide pos="4566"/>
        <p:guide pos="5065"/>
        <p:guide pos="5700"/>
        <p:guide pos="6357"/>
        <p:guide pos="6539"/>
        <p:guide pos="7023"/>
        <p:guide pos="4089" orient="horz"/>
        <p:guide pos="1820" orient="horz"/>
        <p:guide pos="2341" orient="horz"/>
        <p:guide pos="3908"/>
        <p:guide pos="1776"/>
        <p:guide pos="1300"/>
        <p:guide pos="1118"/>
        <p:guide pos="652"/>
        <p:guide pos="13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-bold.fntdata"/><Relationship Id="rId11" Type="http://schemas.openxmlformats.org/officeDocument/2006/relationships/slide" Target="slides/slide5.xml"/><Relationship Id="rId22" Type="http://schemas.openxmlformats.org/officeDocument/2006/relationships/font" Target="fonts/NotoSans-boldItalic.fntdata"/><Relationship Id="rId10" Type="http://schemas.openxmlformats.org/officeDocument/2006/relationships/slide" Target="slides/slide4.xml"/><Relationship Id="rId21" Type="http://schemas.openxmlformats.org/officeDocument/2006/relationships/font" Target="fonts/NotoSans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NotoSans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1"/>
            <a:ext cx="4301235" cy="340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00" spcFirstLastPara="1" rIns="91300" wrap="square" tIns="456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623090" y="1"/>
            <a:ext cx="4301235" cy="340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00" spcFirstLastPara="1" rIns="91300" wrap="square" tIns="4565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925763" y="850900"/>
            <a:ext cx="4075112" cy="2292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93127" y="3271268"/>
            <a:ext cx="7940385" cy="2676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00" spcFirstLastPara="1" rIns="91300" wrap="square" tIns="456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456761"/>
            <a:ext cx="4301235" cy="340915"/>
          </a:xfrm>
          <a:prstGeom prst="rect">
            <a:avLst/>
          </a:prstGeom>
          <a:noFill/>
          <a:ln>
            <a:noFill/>
          </a:ln>
        </p:spPr>
        <p:txBody>
          <a:bodyPr anchorCtr="0" anchor="b" bIns="45650" lIns="91300" spcFirstLastPara="1" rIns="91300" wrap="square" tIns="456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623090" y="6456761"/>
            <a:ext cx="4301235" cy="340915"/>
          </a:xfrm>
          <a:prstGeom prst="rect">
            <a:avLst/>
          </a:prstGeom>
          <a:noFill/>
          <a:ln>
            <a:noFill/>
          </a:ln>
        </p:spPr>
        <p:txBody>
          <a:bodyPr anchorCtr="0" anchor="b" bIns="45650" lIns="91300" spcFirstLastPara="1" rIns="91300" wrap="square" tIns="456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:notes"/>
          <p:cNvSpPr txBox="1"/>
          <p:nvPr>
            <p:ph idx="1" type="body"/>
          </p:nvPr>
        </p:nvSpPr>
        <p:spPr>
          <a:xfrm>
            <a:off x="993127" y="3271268"/>
            <a:ext cx="7940400" cy="26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00" spcFirstLastPara="1" rIns="91300" wrap="square" tIns="456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21:notes"/>
          <p:cNvSpPr/>
          <p:nvPr>
            <p:ph idx="2" type="sldImg"/>
          </p:nvPr>
        </p:nvSpPr>
        <p:spPr>
          <a:xfrm>
            <a:off x="2925763" y="850900"/>
            <a:ext cx="4075200" cy="2292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/>
          <p:nvPr>
            <p:ph idx="2" type="sldImg"/>
          </p:nvPr>
        </p:nvSpPr>
        <p:spPr>
          <a:xfrm>
            <a:off x="2925763" y="850900"/>
            <a:ext cx="4075200" cy="2292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993127" y="3271268"/>
            <a:ext cx="7940400" cy="26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00" spcFirstLastPara="1" rIns="91300" wrap="square" tIns="456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 txBox="1"/>
          <p:nvPr>
            <p:ph idx="12" type="sldNum"/>
          </p:nvPr>
        </p:nvSpPr>
        <p:spPr>
          <a:xfrm>
            <a:off x="5623090" y="6456761"/>
            <a:ext cx="43011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650" lIns="91300" spcFirstLastPara="1" rIns="91300" wrap="square" tIns="456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a4f2ea6c7_0_13:notes"/>
          <p:cNvSpPr/>
          <p:nvPr>
            <p:ph idx="2" type="sldImg"/>
          </p:nvPr>
        </p:nvSpPr>
        <p:spPr>
          <a:xfrm>
            <a:off x="2925763" y="850900"/>
            <a:ext cx="4075200" cy="2292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fa4f2ea6c7_0_13:notes"/>
          <p:cNvSpPr txBox="1"/>
          <p:nvPr>
            <p:ph idx="1" type="body"/>
          </p:nvPr>
        </p:nvSpPr>
        <p:spPr>
          <a:xfrm>
            <a:off x="993127" y="3271268"/>
            <a:ext cx="7940400" cy="2676300"/>
          </a:xfrm>
          <a:prstGeom prst="rect">
            <a:avLst/>
          </a:prstGeom>
        </p:spPr>
        <p:txBody>
          <a:bodyPr anchorCtr="0" anchor="t" bIns="45650" lIns="91300" spcFirstLastPara="1" rIns="91300" wrap="square" tIns="45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fa4f2ea6c7_0_13:notes"/>
          <p:cNvSpPr txBox="1"/>
          <p:nvPr>
            <p:ph idx="12" type="sldNum"/>
          </p:nvPr>
        </p:nvSpPr>
        <p:spPr>
          <a:xfrm>
            <a:off x="5623090" y="6456761"/>
            <a:ext cx="4301100" cy="340800"/>
          </a:xfrm>
          <a:prstGeom prst="rect">
            <a:avLst/>
          </a:prstGeom>
        </p:spPr>
        <p:txBody>
          <a:bodyPr anchorCtr="0" anchor="b" bIns="45650" lIns="91300" spcFirstLastPara="1" rIns="91300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a4f2ea6c7_0_27:notes"/>
          <p:cNvSpPr/>
          <p:nvPr>
            <p:ph idx="2" type="sldImg"/>
          </p:nvPr>
        </p:nvSpPr>
        <p:spPr>
          <a:xfrm>
            <a:off x="2925763" y="850900"/>
            <a:ext cx="4075200" cy="2292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a4f2ea6c7_0_27:notes"/>
          <p:cNvSpPr txBox="1"/>
          <p:nvPr>
            <p:ph idx="1" type="body"/>
          </p:nvPr>
        </p:nvSpPr>
        <p:spPr>
          <a:xfrm>
            <a:off x="993127" y="3271268"/>
            <a:ext cx="7940400" cy="2676300"/>
          </a:xfrm>
          <a:prstGeom prst="rect">
            <a:avLst/>
          </a:prstGeom>
        </p:spPr>
        <p:txBody>
          <a:bodyPr anchorCtr="0" anchor="t" bIns="45650" lIns="91300" spcFirstLastPara="1" rIns="91300" wrap="square" tIns="45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fa4f2ea6c7_0_27:notes"/>
          <p:cNvSpPr txBox="1"/>
          <p:nvPr>
            <p:ph idx="12" type="sldNum"/>
          </p:nvPr>
        </p:nvSpPr>
        <p:spPr>
          <a:xfrm>
            <a:off x="5623090" y="6456761"/>
            <a:ext cx="4301100" cy="340800"/>
          </a:xfrm>
          <a:prstGeom prst="rect">
            <a:avLst/>
          </a:prstGeom>
        </p:spPr>
        <p:txBody>
          <a:bodyPr anchorCtr="0" anchor="b" bIns="45650" lIns="91300" spcFirstLastPara="1" rIns="91300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a4f2ea6c7_0_32:notes"/>
          <p:cNvSpPr/>
          <p:nvPr>
            <p:ph idx="2" type="sldImg"/>
          </p:nvPr>
        </p:nvSpPr>
        <p:spPr>
          <a:xfrm>
            <a:off x="2925763" y="850900"/>
            <a:ext cx="4075200" cy="2292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fa4f2ea6c7_0_32:notes"/>
          <p:cNvSpPr txBox="1"/>
          <p:nvPr>
            <p:ph idx="1" type="body"/>
          </p:nvPr>
        </p:nvSpPr>
        <p:spPr>
          <a:xfrm>
            <a:off x="993127" y="3271268"/>
            <a:ext cx="7940400" cy="2676300"/>
          </a:xfrm>
          <a:prstGeom prst="rect">
            <a:avLst/>
          </a:prstGeom>
        </p:spPr>
        <p:txBody>
          <a:bodyPr anchorCtr="0" anchor="t" bIns="45650" lIns="91300" spcFirstLastPara="1" rIns="91300" wrap="square" tIns="45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fa4f2ea6c7_0_32:notes"/>
          <p:cNvSpPr txBox="1"/>
          <p:nvPr>
            <p:ph idx="12" type="sldNum"/>
          </p:nvPr>
        </p:nvSpPr>
        <p:spPr>
          <a:xfrm>
            <a:off x="5623090" y="6456761"/>
            <a:ext cx="4301100" cy="340800"/>
          </a:xfrm>
          <a:prstGeom prst="rect">
            <a:avLst/>
          </a:prstGeom>
        </p:spPr>
        <p:txBody>
          <a:bodyPr anchorCtr="0" anchor="b" bIns="45650" lIns="91300" spcFirstLastPara="1" rIns="91300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a4f2ea6c7_0_38:notes"/>
          <p:cNvSpPr/>
          <p:nvPr>
            <p:ph idx="2" type="sldImg"/>
          </p:nvPr>
        </p:nvSpPr>
        <p:spPr>
          <a:xfrm>
            <a:off x="2925763" y="850900"/>
            <a:ext cx="4075200" cy="2292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fa4f2ea6c7_0_38:notes"/>
          <p:cNvSpPr txBox="1"/>
          <p:nvPr>
            <p:ph idx="1" type="body"/>
          </p:nvPr>
        </p:nvSpPr>
        <p:spPr>
          <a:xfrm>
            <a:off x="993127" y="3271268"/>
            <a:ext cx="7940400" cy="2676300"/>
          </a:xfrm>
          <a:prstGeom prst="rect">
            <a:avLst/>
          </a:prstGeom>
        </p:spPr>
        <p:txBody>
          <a:bodyPr anchorCtr="0" anchor="t" bIns="45650" lIns="91300" spcFirstLastPara="1" rIns="91300" wrap="square" tIns="45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fa4f2ea6c7_0_38:notes"/>
          <p:cNvSpPr txBox="1"/>
          <p:nvPr>
            <p:ph idx="12" type="sldNum"/>
          </p:nvPr>
        </p:nvSpPr>
        <p:spPr>
          <a:xfrm>
            <a:off x="5623090" y="6456761"/>
            <a:ext cx="4301100" cy="340800"/>
          </a:xfrm>
          <a:prstGeom prst="rect">
            <a:avLst/>
          </a:prstGeom>
        </p:spPr>
        <p:txBody>
          <a:bodyPr anchorCtr="0" anchor="b" bIns="45650" lIns="91300" spcFirstLastPara="1" rIns="91300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a4f2ea6c7_0_42:notes"/>
          <p:cNvSpPr/>
          <p:nvPr>
            <p:ph idx="2" type="sldImg"/>
          </p:nvPr>
        </p:nvSpPr>
        <p:spPr>
          <a:xfrm>
            <a:off x="2925763" y="850900"/>
            <a:ext cx="4075200" cy="2292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a4f2ea6c7_0_42:notes"/>
          <p:cNvSpPr txBox="1"/>
          <p:nvPr>
            <p:ph idx="1" type="body"/>
          </p:nvPr>
        </p:nvSpPr>
        <p:spPr>
          <a:xfrm>
            <a:off x="993127" y="3271268"/>
            <a:ext cx="7940400" cy="2676300"/>
          </a:xfrm>
          <a:prstGeom prst="rect">
            <a:avLst/>
          </a:prstGeom>
        </p:spPr>
        <p:txBody>
          <a:bodyPr anchorCtr="0" anchor="t" bIns="45650" lIns="91300" spcFirstLastPara="1" rIns="91300" wrap="square" tIns="45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fa4f2ea6c7_0_42:notes"/>
          <p:cNvSpPr txBox="1"/>
          <p:nvPr>
            <p:ph idx="12" type="sldNum"/>
          </p:nvPr>
        </p:nvSpPr>
        <p:spPr>
          <a:xfrm>
            <a:off x="5623090" y="6456761"/>
            <a:ext cx="4301100" cy="340800"/>
          </a:xfrm>
          <a:prstGeom prst="rect">
            <a:avLst/>
          </a:prstGeom>
        </p:spPr>
        <p:txBody>
          <a:bodyPr anchorCtr="0" anchor="b" bIns="45650" lIns="91300" spcFirstLastPara="1" rIns="91300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a4f2ea6c7_0_48:notes"/>
          <p:cNvSpPr/>
          <p:nvPr>
            <p:ph idx="2" type="sldImg"/>
          </p:nvPr>
        </p:nvSpPr>
        <p:spPr>
          <a:xfrm>
            <a:off x="2925763" y="850900"/>
            <a:ext cx="4075200" cy="2292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fa4f2ea6c7_0_48:notes"/>
          <p:cNvSpPr txBox="1"/>
          <p:nvPr>
            <p:ph idx="1" type="body"/>
          </p:nvPr>
        </p:nvSpPr>
        <p:spPr>
          <a:xfrm>
            <a:off x="993127" y="3271268"/>
            <a:ext cx="7940400" cy="2676300"/>
          </a:xfrm>
          <a:prstGeom prst="rect">
            <a:avLst/>
          </a:prstGeom>
        </p:spPr>
        <p:txBody>
          <a:bodyPr anchorCtr="0" anchor="t" bIns="45650" lIns="91300" spcFirstLastPara="1" rIns="91300" wrap="square" tIns="45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fa4f2ea6c7_0_48:notes"/>
          <p:cNvSpPr txBox="1"/>
          <p:nvPr>
            <p:ph idx="12" type="sldNum"/>
          </p:nvPr>
        </p:nvSpPr>
        <p:spPr>
          <a:xfrm>
            <a:off x="5623090" y="6456761"/>
            <a:ext cx="4301100" cy="340800"/>
          </a:xfrm>
          <a:prstGeom prst="rect">
            <a:avLst/>
          </a:prstGeom>
        </p:spPr>
        <p:txBody>
          <a:bodyPr anchorCtr="0" anchor="b" bIns="45650" lIns="91300" spcFirstLastPara="1" rIns="91300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a4f2ea6c7_0_52:notes"/>
          <p:cNvSpPr/>
          <p:nvPr>
            <p:ph idx="2" type="sldImg"/>
          </p:nvPr>
        </p:nvSpPr>
        <p:spPr>
          <a:xfrm>
            <a:off x="2925763" y="850900"/>
            <a:ext cx="4075200" cy="2292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fa4f2ea6c7_0_52:notes"/>
          <p:cNvSpPr txBox="1"/>
          <p:nvPr>
            <p:ph idx="1" type="body"/>
          </p:nvPr>
        </p:nvSpPr>
        <p:spPr>
          <a:xfrm>
            <a:off x="993127" y="3271268"/>
            <a:ext cx="7940400" cy="2676300"/>
          </a:xfrm>
          <a:prstGeom prst="rect">
            <a:avLst/>
          </a:prstGeom>
        </p:spPr>
        <p:txBody>
          <a:bodyPr anchorCtr="0" anchor="t" bIns="45650" lIns="91300" spcFirstLastPara="1" rIns="91300" wrap="square" tIns="45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fa4f2ea6c7_0_52:notes"/>
          <p:cNvSpPr txBox="1"/>
          <p:nvPr>
            <p:ph idx="12" type="sldNum"/>
          </p:nvPr>
        </p:nvSpPr>
        <p:spPr>
          <a:xfrm>
            <a:off x="5623090" y="6456761"/>
            <a:ext cx="4301100" cy="340800"/>
          </a:xfrm>
          <a:prstGeom prst="rect">
            <a:avLst/>
          </a:prstGeom>
        </p:spPr>
        <p:txBody>
          <a:bodyPr anchorCtr="0" anchor="b" bIns="45650" lIns="91300" spcFirstLastPara="1" rIns="91300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a4f2ea6c7_0_58:notes"/>
          <p:cNvSpPr/>
          <p:nvPr>
            <p:ph idx="2" type="sldImg"/>
          </p:nvPr>
        </p:nvSpPr>
        <p:spPr>
          <a:xfrm>
            <a:off x="2925763" y="850900"/>
            <a:ext cx="4075200" cy="2292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a4f2ea6c7_0_58:notes"/>
          <p:cNvSpPr txBox="1"/>
          <p:nvPr>
            <p:ph idx="1" type="body"/>
          </p:nvPr>
        </p:nvSpPr>
        <p:spPr>
          <a:xfrm>
            <a:off x="993127" y="3271268"/>
            <a:ext cx="7940400" cy="2676300"/>
          </a:xfrm>
          <a:prstGeom prst="rect">
            <a:avLst/>
          </a:prstGeom>
        </p:spPr>
        <p:txBody>
          <a:bodyPr anchorCtr="0" anchor="t" bIns="45650" lIns="91300" spcFirstLastPara="1" rIns="91300" wrap="square" tIns="45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fa4f2ea6c7_0_58:notes"/>
          <p:cNvSpPr txBox="1"/>
          <p:nvPr>
            <p:ph idx="12" type="sldNum"/>
          </p:nvPr>
        </p:nvSpPr>
        <p:spPr>
          <a:xfrm>
            <a:off x="5623090" y="6456761"/>
            <a:ext cx="4301100" cy="340800"/>
          </a:xfrm>
          <a:prstGeom prst="rect">
            <a:avLst/>
          </a:prstGeom>
        </p:spPr>
        <p:txBody>
          <a:bodyPr anchorCtr="0" anchor="b" bIns="45650" lIns="91300" spcFirstLastPara="1" rIns="91300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a4f2ea6c7_0_62:notes"/>
          <p:cNvSpPr/>
          <p:nvPr>
            <p:ph idx="2" type="sldImg"/>
          </p:nvPr>
        </p:nvSpPr>
        <p:spPr>
          <a:xfrm>
            <a:off x="2925763" y="850900"/>
            <a:ext cx="4075200" cy="2292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a4f2ea6c7_0_62:notes"/>
          <p:cNvSpPr txBox="1"/>
          <p:nvPr>
            <p:ph idx="1" type="body"/>
          </p:nvPr>
        </p:nvSpPr>
        <p:spPr>
          <a:xfrm>
            <a:off x="993127" y="3271268"/>
            <a:ext cx="7940400" cy="2676300"/>
          </a:xfrm>
          <a:prstGeom prst="rect">
            <a:avLst/>
          </a:prstGeom>
        </p:spPr>
        <p:txBody>
          <a:bodyPr anchorCtr="0" anchor="t" bIns="45650" lIns="91300" spcFirstLastPara="1" rIns="91300" wrap="square" tIns="45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fa4f2ea6c7_0_62:notes"/>
          <p:cNvSpPr txBox="1"/>
          <p:nvPr>
            <p:ph idx="12" type="sldNum"/>
          </p:nvPr>
        </p:nvSpPr>
        <p:spPr>
          <a:xfrm>
            <a:off x="5623090" y="6456761"/>
            <a:ext cx="4301100" cy="340800"/>
          </a:xfrm>
          <a:prstGeom prst="rect">
            <a:avLst/>
          </a:prstGeom>
        </p:spPr>
        <p:txBody>
          <a:bodyPr anchorCtr="0" anchor="b" bIns="45650" lIns="91300" spcFirstLastPara="1" rIns="91300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a4f2ea6c7_0_21:notes"/>
          <p:cNvSpPr/>
          <p:nvPr>
            <p:ph idx="2" type="sldImg"/>
          </p:nvPr>
        </p:nvSpPr>
        <p:spPr>
          <a:xfrm>
            <a:off x="2925763" y="850900"/>
            <a:ext cx="4075200" cy="2292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fa4f2ea6c7_0_21:notes"/>
          <p:cNvSpPr txBox="1"/>
          <p:nvPr>
            <p:ph idx="1" type="body"/>
          </p:nvPr>
        </p:nvSpPr>
        <p:spPr>
          <a:xfrm>
            <a:off x="993127" y="3271268"/>
            <a:ext cx="7940400" cy="2676300"/>
          </a:xfrm>
          <a:prstGeom prst="rect">
            <a:avLst/>
          </a:prstGeom>
        </p:spPr>
        <p:txBody>
          <a:bodyPr anchorCtr="0" anchor="t" bIns="45650" lIns="91300" spcFirstLastPara="1" rIns="91300" wrap="square" tIns="45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fa4f2ea6c7_0_21:notes"/>
          <p:cNvSpPr txBox="1"/>
          <p:nvPr>
            <p:ph idx="12" type="sldNum"/>
          </p:nvPr>
        </p:nvSpPr>
        <p:spPr>
          <a:xfrm>
            <a:off x="5623090" y="6456761"/>
            <a:ext cx="4301100" cy="340800"/>
          </a:xfrm>
          <a:prstGeom prst="rect">
            <a:avLst/>
          </a:prstGeom>
        </p:spPr>
        <p:txBody>
          <a:bodyPr anchorCtr="0" anchor="b" bIns="45650" lIns="91300" spcFirstLastPara="1" rIns="91300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사용자 지정 레이아웃">
  <p:cSld name="1_사용자 지정 레이아웃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6228347" y="636706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20"/>
          <p:cNvSpPr txBox="1"/>
          <p:nvPr/>
        </p:nvSpPr>
        <p:spPr>
          <a:xfrm>
            <a:off x="292100" y="6450012"/>
            <a:ext cx="3457998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Copyright 2026 ⓒ MegazoneCloud CORP. All Right Reserved.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8" name="Google Shape;18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18422" y="6438106"/>
            <a:ext cx="845668" cy="223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사용자 지정 레이아웃">
  <p:cSld name="사용자 지정 레이아웃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6" title="AdobeStock_747965775.jpe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3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6" title="B_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12825" y="6424150"/>
            <a:ext cx="1213051" cy="33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6" title="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05092" y="6424150"/>
            <a:ext cx="1686333" cy="33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6"/>
          <p:cNvSpPr txBox="1"/>
          <p:nvPr/>
        </p:nvSpPr>
        <p:spPr>
          <a:xfrm>
            <a:off x="292100" y="6450012"/>
            <a:ext cx="34581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Copyright 2026 ⓒ MegazoneCloud CORP. All Right Reserved.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47244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사용자 지정 레이아웃">
  <p:cSld name="2_사용자 지정 레이아웃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1426128"/>
            <a:ext cx="12192000" cy="543187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7"/>
          <p:cNvSpPr txBox="1"/>
          <p:nvPr/>
        </p:nvSpPr>
        <p:spPr>
          <a:xfrm>
            <a:off x="292100" y="6450012"/>
            <a:ext cx="3457998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Copyright 2026 ⓒ MegazoneCloud CORP. All Right Reserved.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8" name="Google Shape;28;p7" title="AdobeStock_747965775.jpeg"/>
          <p:cNvPicPr preferRelativeResize="0"/>
          <p:nvPr/>
        </p:nvPicPr>
        <p:blipFill rotWithShape="1">
          <a:blip r:embed="rId2">
            <a:alphaModFix/>
          </a:blip>
          <a:srcRect b="39544" l="0" r="0" t="33177"/>
          <a:stretch/>
        </p:blipFill>
        <p:spPr>
          <a:xfrm>
            <a:off x="0" y="-444650"/>
            <a:ext cx="12192000" cy="1870774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47244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" name="Google Shape;30;p7" title="B_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12825" y="6424150"/>
            <a:ext cx="1213051" cy="33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7" title="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05092" y="6424150"/>
            <a:ext cx="1686333" cy="33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" name="Google Shape;35;p8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311426" y="63119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7" name="Google Shape;47;p10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idx="12" type="sldNum"/>
          </p:nvPr>
        </p:nvSpPr>
        <p:spPr>
          <a:xfrm>
            <a:off x="340763" y="6319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6" name="Google Shape;76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p16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및 내용">
  <p:cSld name="1_제목 및 내용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5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5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01.Welcome Image_3,840px X 2,160p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99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0" name="Google Shape;110;p2"/>
          <p:cNvGraphicFramePr/>
          <p:nvPr/>
        </p:nvGraphicFramePr>
        <p:xfrm>
          <a:off x="4570624" y="13795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{09DD8096-FB3E-4EEA-A039-B75DF4AC88C9}</a:tableStyleId>
              </a:tblPr>
              <a:tblGrid>
                <a:gridCol w="906800"/>
                <a:gridCol w="5943050"/>
              </a:tblGrid>
              <a:tr h="776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01.</a:t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30475" marL="304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Opening Session 1: Company Introduction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0475" marB="30475" marR="30475" marL="304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776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02.</a:t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30475" marL="304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Session 2: Enterprise AI Transformation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0475" marB="30475" marR="30475" marL="304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776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03.</a:t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30475" marL="304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Session 3: Korea as a Strategic Gateway &amp; Sovereign AI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0475" marB="30475" marR="30475" marL="304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776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04.</a:t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30475" marL="304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Interactive Q&amp;A &amp; Wrap-up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0475" marB="30475" marR="30475" marL="304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776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05.</a:t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30475" marR="30475" marL="304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Office Tour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0475" marB="30475" marR="30475" marL="304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1" name="Google Shape;111;p2"/>
          <p:cNvSpPr txBox="1"/>
          <p:nvPr/>
        </p:nvSpPr>
        <p:spPr>
          <a:xfrm>
            <a:off x="509175" y="1275025"/>
            <a:ext cx="3770400" cy="923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lang="en-US" sz="5100">
                <a:solidFill>
                  <a:srgbClr val="0047A0"/>
                </a:solidFill>
                <a:latin typeface="Noto Sans"/>
                <a:ea typeface="Noto Sans"/>
                <a:cs typeface="Noto Sans"/>
                <a:sym typeface="Noto Sans"/>
              </a:rPr>
              <a:t>Agenda</a:t>
            </a:r>
            <a:endParaRPr b="1" i="0" sz="5100" u="none" cap="none" strike="noStrike">
              <a:solidFill>
                <a:srgbClr val="0047A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2" name="Google Shape;112;p2"/>
          <p:cNvSpPr txBox="1"/>
          <p:nvPr>
            <p:ph idx="12" type="sldNum"/>
          </p:nvPr>
        </p:nvSpPr>
        <p:spPr>
          <a:xfrm>
            <a:off x="47244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a4f2ea6c7_0_13"/>
          <p:cNvSpPr txBox="1"/>
          <p:nvPr/>
        </p:nvSpPr>
        <p:spPr>
          <a:xfrm>
            <a:off x="1757550" y="1258875"/>
            <a:ext cx="8676900" cy="2682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0047A0"/>
                </a:solidFill>
                <a:latin typeface="Noto Sans"/>
                <a:ea typeface="Noto Sans"/>
                <a:cs typeface="Noto Sans"/>
                <a:sym typeface="Noto Sans"/>
              </a:rPr>
              <a:t>Company Introduction</a:t>
            </a:r>
            <a:endParaRPr b="1" i="0" sz="5100" u="none" cap="none" strike="noStrike">
              <a:solidFill>
                <a:srgbClr val="0047A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9" name="Google Shape;119;g3fa4f2ea6c7_0_13"/>
          <p:cNvSpPr txBox="1"/>
          <p:nvPr>
            <p:ph idx="12" type="sldNum"/>
          </p:nvPr>
        </p:nvSpPr>
        <p:spPr>
          <a:xfrm>
            <a:off x="47244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a4f2ea6c7_0_27"/>
          <p:cNvSpPr txBox="1"/>
          <p:nvPr>
            <p:ph idx="12" type="sldNum"/>
          </p:nvPr>
        </p:nvSpPr>
        <p:spPr>
          <a:xfrm>
            <a:off x="47244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a4f2ea6c7_0_32"/>
          <p:cNvSpPr txBox="1"/>
          <p:nvPr>
            <p:ph idx="4294967295" type="sldNum"/>
          </p:nvPr>
        </p:nvSpPr>
        <p:spPr>
          <a:xfrm>
            <a:off x="47244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2" name="Google Shape;132;g3fa4f2ea6c7_0_32"/>
          <p:cNvSpPr txBox="1"/>
          <p:nvPr/>
        </p:nvSpPr>
        <p:spPr>
          <a:xfrm>
            <a:off x="1757550" y="1258875"/>
            <a:ext cx="8676900" cy="2682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lang="en-US" sz="5100">
                <a:solidFill>
                  <a:srgbClr val="0047A0"/>
                </a:solidFill>
                <a:latin typeface="Noto Sans"/>
                <a:ea typeface="Noto Sans"/>
                <a:cs typeface="Noto Sans"/>
                <a:sym typeface="Noto Sans"/>
              </a:rPr>
              <a:t>Enterprise AI Transformation</a:t>
            </a:r>
            <a:endParaRPr b="1" sz="5100">
              <a:solidFill>
                <a:srgbClr val="0047A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3" name="Google Shape;133;g3fa4f2ea6c7_0_32"/>
          <p:cNvSpPr txBox="1"/>
          <p:nvPr>
            <p:ph idx="12" type="sldNum"/>
          </p:nvPr>
        </p:nvSpPr>
        <p:spPr>
          <a:xfrm>
            <a:off x="47244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a4f2ea6c7_0_38"/>
          <p:cNvSpPr txBox="1"/>
          <p:nvPr>
            <p:ph idx="12" type="sldNum"/>
          </p:nvPr>
        </p:nvSpPr>
        <p:spPr>
          <a:xfrm>
            <a:off x="47244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a4f2ea6c7_0_42"/>
          <p:cNvSpPr txBox="1"/>
          <p:nvPr/>
        </p:nvSpPr>
        <p:spPr>
          <a:xfrm>
            <a:off x="1757550" y="1258875"/>
            <a:ext cx="8676900" cy="2682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lang="en-US" sz="5100">
                <a:solidFill>
                  <a:srgbClr val="0047A0"/>
                </a:solidFill>
                <a:latin typeface="Noto Sans"/>
                <a:ea typeface="Noto Sans"/>
                <a:cs typeface="Noto Sans"/>
                <a:sym typeface="Noto Sans"/>
              </a:rPr>
              <a:t>Korea as a Strategic Gateway &amp; Sovereign AI</a:t>
            </a:r>
            <a:endParaRPr b="1" sz="5100">
              <a:solidFill>
                <a:srgbClr val="0047A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6" name="Google Shape;146;g3fa4f2ea6c7_0_42"/>
          <p:cNvSpPr txBox="1"/>
          <p:nvPr>
            <p:ph idx="12" type="sldNum"/>
          </p:nvPr>
        </p:nvSpPr>
        <p:spPr>
          <a:xfrm>
            <a:off x="47244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a4f2ea6c7_0_48"/>
          <p:cNvSpPr txBox="1"/>
          <p:nvPr>
            <p:ph idx="12" type="sldNum"/>
          </p:nvPr>
        </p:nvSpPr>
        <p:spPr>
          <a:xfrm>
            <a:off x="47244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a4f2ea6c7_0_52"/>
          <p:cNvSpPr txBox="1"/>
          <p:nvPr/>
        </p:nvSpPr>
        <p:spPr>
          <a:xfrm>
            <a:off x="1757550" y="1258875"/>
            <a:ext cx="8676900" cy="2682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lang="en-US" sz="5100">
                <a:solidFill>
                  <a:srgbClr val="0047A0"/>
                </a:solidFill>
                <a:latin typeface="Noto Sans"/>
                <a:ea typeface="Noto Sans"/>
                <a:cs typeface="Noto Sans"/>
                <a:sym typeface="Noto Sans"/>
              </a:rPr>
              <a:t>Interactive Q&amp;A &amp; Wrap-up</a:t>
            </a:r>
            <a:endParaRPr b="1" sz="5100">
              <a:solidFill>
                <a:srgbClr val="0047A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9" name="Google Shape;159;g3fa4f2ea6c7_0_52"/>
          <p:cNvSpPr txBox="1"/>
          <p:nvPr>
            <p:ph idx="12" type="sldNum"/>
          </p:nvPr>
        </p:nvSpPr>
        <p:spPr>
          <a:xfrm>
            <a:off x="47244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a4f2ea6c7_0_58"/>
          <p:cNvSpPr txBox="1"/>
          <p:nvPr>
            <p:ph idx="12" type="sldNum"/>
          </p:nvPr>
        </p:nvSpPr>
        <p:spPr>
          <a:xfrm>
            <a:off x="47244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a4f2ea6c7_0_62"/>
          <p:cNvSpPr txBox="1"/>
          <p:nvPr/>
        </p:nvSpPr>
        <p:spPr>
          <a:xfrm>
            <a:off x="1757550" y="1258875"/>
            <a:ext cx="8676900" cy="2682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lang="en-US" sz="5100">
                <a:solidFill>
                  <a:srgbClr val="0047A0"/>
                </a:solidFill>
                <a:latin typeface="Noto Sans"/>
                <a:ea typeface="Noto Sans"/>
                <a:cs typeface="Noto Sans"/>
                <a:sym typeface="Noto Sans"/>
              </a:rPr>
              <a:t>Office Tour</a:t>
            </a:r>
            <a:endParaRPr b="1" sz="5100">
              <a:solidFill>
                <a:srgbClr val="0047A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2" name="Google Shape;172;g3fa4f2ea6c7_0_62"/>
          <p:cNvSpPr txBox="1"/>
          <p:nvPr>
            <p:ph idx="12" type="sldNum"/>
          </p:nvPr>
        </p:nvSpPr>
        <p:spPr>
          <a:xfrm>
            <a:off x="47244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a4f2ea6c7_0_21"/>
          <p:cNvSpPr txBox="1"/>
          <p:nvPr/>
        </p:nvSpPr>
        <p:spPr>
          <a:xfrm>
            <a:off x="1757550" y="1258875"/>
            <a:ext cx="8676900" cy="2682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lang="en-US" sz="5100">
                <a:solidFill>
                  <a:srgbClr val="0047A0"/>
                </a:solidFill>
                <a:latin typeface="Noto Sans"/>
                <a:ea typeface="Noto Sans"/>
                <a:cs typeface="Noto Sans"/>
                <a:sym typeface="Noto Sans"/>
              </a:rPr>
              <a:t>Thank you</a:t>
            </a:r>
            <a:endParaRPr b="1" i="0" sz="5100" u="none" cap="none" strike="noStrike">
              <a:solidFill>
                <a:srgbClr val="0047A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9" name="Google Shape;179;g3fa4f2ea6c7_0_21"/>
          <p:cNvSpPr txBox="1"/>
          <p:nvPr>
            <p:ph idx="12" type="sldNum"/>
          </p:nvPr>
        </p:nvSpPr>
        <p:spPr>
          <a:xfrm>
            <a:off x="47244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2016-11-25T02:47:12Z</dcterms:created>
  <dc:creator>kyh</dc:creator>
</cp:coreProperties>
</file>